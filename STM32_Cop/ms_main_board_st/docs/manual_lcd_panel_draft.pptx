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CSF JET Multi Megasonic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LCD 조작패널 매뉴얼 초안 (인쇄용 키맵 반영)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중요 변경 스펙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작동 주파수: 10CH (500kHz~2.2MHz)</a:t>
            </a:r>
          </a:p>
          <a:p>
            <a:r>
              <a:t>최대 출력: 10W</a:t>
            </a:r>
          </a:p>
          <a:p>
            <a:r>
              <a:t>출력 설정 범위: 0.10W~10.00W</a:t>
            </a:r>
          </a:p>
          <a:p>
            <a:r>
              <a:t>외부 인터페이스: RS-485 Modbus RTU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조작패널 기준 이미지</a:t>
            </a:r>
          </a:p>
        </p:txBody>
      </p:sp>
      <p:pic>
        <p:nvPicPr>
          <p:cNvPr id="3" name="Picture 2" descr="LCD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4061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인쇄용 최종 키맵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MODE+SET, UP+SET 조합 폐지</a:t>
            </a:r>
          </a:p>
          <a:p>
            <a:r>
              <a:t>MODE 길게(2초): 모드 선택 (NORMAL/REMOTE/EXT)</a:t>
            </a:r>
          </a:p>
          <a:p>
            <a:r>
              <a:t>SET 길게(2초): 통신 설정 (ADDR/BPS)</a:t>
            </a:r>
          </a:p>
          <a:p>
            <a:r>
              <a:t>MODE+DOWN(2초): 에러 해제 (Err7 제외)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판넬 실크 인쇄 문구 권장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START/STOP</a:t>
            </a:r>
          </a:p>
          <a:p>
            <a:r>
              <a:t>MODE (2s: MODE)</a:t>
            </a:r>
          </a:p>
          <a:p>
            <a:r>
              <a:t>UP (+)</a:t>
            </a:r>
          </a:p>
          <a:p>
            <a:r>
              <a:t>DOWN (-)</a:t>
            </a:r>
          </a:p>
          <a:p>
            <a:r>
              <a:t>SET (2s: COMM)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